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nergylearninghub.onrender.com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914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Hub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Knowledge System for Oil, Gas &amp; Energy Education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201168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Derek Eng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energy newcomers need a smarter way to learn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64008" cy="9601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08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Knowledge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1874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topics span geology, economics, policy, and engineering — scattered across dense textbooks and reports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560320"/>
            <a:ext cx="64008" cy="9601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88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51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Steep Learning Curve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00200" y="3017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Newcomers face jargon-heavy material with no guided pathway from basics to advanced concepts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703320"/>
            <a:ext cx="64008" cy="9601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31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94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Interactive Access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4160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PDFs and textbooks don’t answer follow-up questions or adapt to a learner’s level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Audience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Energy Learning Hub is built for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73736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Industry Entrants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and career-switchers entering oil, gas, or renewable energy sectors for the first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417320"/>
            <a:ext cx="2560320" cy="54864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1960" y="1737360"/>
            <a:ext cx="822960" cy="82296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English-Speaking Learners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and students comfortable with English-language technical content and terminology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17320"/>
            <a:ext cx="256032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1737360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Self-Directed Explorers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individuals who want guided, interactive access to expert-level energy knowledge at their own pace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AI-powered, interactive learning platform grounded in authoritative energy texts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RAG-Powered Answers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grounded in curated PDFs with page-level citations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4173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691640"/>
            <a:ext cx="731520" cy="73152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 Router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94360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and Qwen orchestrated via LangGraph for resilience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291840"/>
            <a:ext cx="731520" cy="73152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Tiered FAQ Pathways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Intermediate → Advanced guided learning journeys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83480" y="3291840"/>
            <a:ext cx="731520" cy="73152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4290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Deployment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94360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Gradio UI deployed to Render for global access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Data Source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101 by Morgan Downey — The Foundations of the Global Petroleum Industry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design: from PDF ingestion to web-deployed answers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463040" cy="13716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1920240"/>
            <a:ext cx="2286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48840" y="1463040"/>
            <a:ext cx="1463040" cy="1371600"/>
          </a:xfrm>
          <a:prstGeom prst="rect">
            <a:avLst/>
          </a:prstGeom>
          <a:solidFill>
            <a:srgbClr val="1B6B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148840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Embedding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14884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500-char chunks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1920240"/>
            <a:ext cx="228600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31920" y="1463040"/>
            <a:ext cx="1463040" cy="13716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931920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93192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citations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920240"/>
            <a:ext cx="228600" cy="228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715000" y="1463040"/>
            <a:ext cx="1463040" cy="13716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715000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71500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Qwen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920240"/>
            <a:ext cx="228600" cy="228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498080" y="1463040"/>
            <a:ext cx="1463040" cy="13716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498080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49808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2461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48640" y="32461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19"/>
          <p:cNvSpPr/>
          <p:nvPr/>
        </p:nvSpPr>
        <p:spPr>
          <a:xfrm>
            <a:off x="73152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3152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101 by Morgan Downey (PDF)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 Google Drive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429000" y="32461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429000" y="32461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3"/>
          <p:cNvSpPr/>
          <p:nvPr/>
        </p:nvSpPr>
        <p:spPr>
          <a:xfrm>
            <a:off x="361188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 Keys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361188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GEMINI_API_KEY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HF_TOKEN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309360" y="32461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309360" y="324612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27"/>
          <p:cNvSpPr/>
          <p:nvPr/>
        </p:nvSpPr>
        <p:spPr>
          <a:xfrm>
            <a:off x="649224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49224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RAG answers + side-by-side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comparison for learners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on the Web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Learning Hub is deployed and accessible worldwide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863840" cy="502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70432"/>
            <a:ext cx="320040" cy="320040"/>
          </a:xfrm>
          <a:prstGeom prst="rect">
            <a:avLst/>
          </a:prstGeom>
        </p:spPr>
      </p:pic>
      <p:sp>
        <p:nvSpPr>
          <p:cNvPr id="7" name="Text 4">
            <a:hlinkClick r:id="rId2" tooltip=""/>
          </p:cNvPr>
          <p:cNvSpPr/>
          <p:nvPr/>
        </p:nvSpPr>
        <p:spPr>
          <a:xfrm>
            <a:off x="1280160" y="1115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https://energylearninghub.onrender.com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1783080"/>
            <a:ext cx="8138160" cy="3154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" y="1828800"/>
            <a:ext cx="795528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orchestrated by LangGraph for resilient, comparable responses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931920" cy="5029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cost-effective general reasoning. Handles the majority of learner queries with low latency.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GEMINI_API_KEY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17320"/>
            <a:ext cx="393192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Qwen (HuggingFace)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LLM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Qwen2.5-7B-Instruct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606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fallback via HuggingFace Inference API. Activated when Gemini hits its quota limit.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246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HF_TOKEN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5020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Router: Fan-out retrieval → parallel LLM calls → merge results → display with model attribution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Plans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the hub beyond Oil 101 into a comprehensive energy learning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013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Platform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1874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mobile-first UI so learners can study on-the-go. Explore native iOS/Android app with offline cached FAQs and push notifications for new content.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64008" cy="1463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1691640"/>
            <a:ext cx="640080" cy="640080"/>
          </a:xfrm>
          <a:prstGeom prst="ellipse">
            <a:avLst/>
          </a:prstGeom>
          <a:solidFill>
            <a:srgbClr val="1B6B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80136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216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Data Sources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852160" y="1874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additional PDFs, IEA/OPEC reports, academic journals, and industry whitepapers. Support Word docs, web scraping, and structured data alongside PDFs.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06324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063240"/>
            <a:ext cx="64008" cy="1463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9300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Additional LLM Providers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45920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Claude, Llama, and other LLMs via the LangGraph router. Enable learners to compare answers across even more models for richer insights.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06324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063240"/>
            <a:ext cx="64008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5029200" y="33832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349300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5216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Assessments &amp; Progress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852160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micro-quizzes at the end of each tier. Track learner progress with completion badges and personalized recommendations for next topics.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2743200" cy="2743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 grounded in Oil 101 by Morgan Downey delivers cited, accurate answers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orchestrates Gemini and Qwen with automatic failover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FAQ pathways (21 questions) guide learners from basics to strategic depth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4688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energylearninghub.onrender.com — interactive, always-on web access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73152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2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2900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mobile-responsive version and explore native mobile apps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904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9728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IEA, OPEC, and additional textbook PDFs to expand knowledge base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06908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9728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additional LLM providers (Claude, Llama) for broader comparison</a:t>
            </a:r>
            <a:endParaRPr lang="en-US" sz="13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389120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9728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learner assessments, progress tracking, and completion badges</a:t>
            </a:r>
            <a:endParaRPr lang="en-US" sz="1300" dirty="0"/>
          </a:p>
        </p:txBody>
      </p:sp>
      <p:sp>
        <p:nvSpPr>
          <p:cNvPr id="22" name="Text 12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Derek Eng  |  Energy Learning Hub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Learning Hub</dc:title>
  <dc:subject>PptxGenJS Presentation</dc:subject>
  <dc:creator>Derek Eng</dc:creator>
  <cp:lastModifiedBy>Derek Eng</cp:lastModifiedBy>
  <cp:revision>1</cp:revision>
  <dcterms:created xsi:type="dcterms:W3CDTF">2026-03-09T07:33:40Z</dcterms:created>
  <dcterms:modified xsi:type="dcterms:W3CDTF">2026-03-09T07:33:40Z</dcterms:modified>
</cp:coreProperties>
</file>